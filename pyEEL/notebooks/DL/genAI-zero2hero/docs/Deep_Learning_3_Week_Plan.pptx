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058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8229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754880" y="1691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Mastery Plan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754880" y="2377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Neuron to a Deployed Generative AI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3200400"/>
            <a:ext cx="1554480" cy="9144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754880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73952" y="3200400"/>
            <a:ext cx="1554480" cy="9144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473952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93024" y="3200400"/>
            <a:ext cx="1554480" cy="9144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93024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93024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912096" y="3200400"/>
            <a:ext cx="1554480" cy="9144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12096" y="32461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912096" y="3639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Truths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4480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+ PYTORCH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" y="4937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to  torch  to  gradio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74320" y="5394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Deployed 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5087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Programming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84832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771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34440" y="249631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full-stack generative AI apps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72384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55264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82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48386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hours / week  (12 hours total)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059936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42816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234440" y="4471416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pure Python first, then PyTorch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5047488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23036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157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34440" y="545896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Comprehensive, production-ready deliverables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3-Week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54864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0" cy="91440"/>
          </a:xfrm>
          <a:prstGeom prst="rect">
            <a:avLst/>
          </a:prstGeom>
          <a:solidFill>
            <a:srgbClr val="00BF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Brain from Scratch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078992"/>
            <a:ext cx="548640" cy="274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9" name="Text 6"/>
          <p:cNvSpPr/>
          <p:nvPr/>
        </p:nvSpPr>
        <p:spPr>
          <a:xfrm>
            <a:off x="3456432" y="10789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2194560"/>
            <a:ext cx="164592" cy="16459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W1-01: Single neuron, AND/XOR gates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" y="2880360"/>
            <a:ext cx="164592" cy="16459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W1-02: Backprop &amp; chain rule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" y="3566160"/>
            <a:ext cx="164592" cy="164592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3474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W1-03: Multi-layer + UAT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5989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/ NumPy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0" y="914400"/>
            <a:ext cx="3657600" cy="5486400"/>
          </a:xfrm>
          <a:prstGeom prst="rect">
            <a:avLst/>
          </a:prstGeom>
          <a:solidFill>
            <a:srgbClr val="1E305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914400"/>
            <a:ext cx="3657600" cy="914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20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52628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 with PyTorch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06640" y="1078992"/>
            <a:ext cx="54864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19"/>
          <p:cNvSpPr/>
          <p:nvPr/>
        </p:nvSpPr>
        <p:spPr>
          <a:xfrm>
            <a:off x="7388352" y="10789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53712" y="21945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1"/>
          <p:cNvSpPr/>
          <p:nvPr/>
        </p:nvSpPr>
        <p:spPr>
          <a:xfrm>
            <a:off x="4828032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W2-01: PyTorch foundations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53712" y="28803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3"/>
          <p:cNvSpPr/>
          <p:nvPr/>
        </p:nvSpPr>
        <p:spPr>
          <a:xfrm>
            <a:off x="4828032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W2-02: Deeper nets, BatchNorm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53712" y="35661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5"/>
          <p:cNvSpPr/>
          <p:nvPr/>
        </p:nvSpPr>
        <p:spPr>
          <a:xfrm>
            <a:off x="4828032" y="3474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landscapes &amp; overparameterization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526280" y="5989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321040" y="914400"/>
            <a:ext cx="3657600" cy="5486400"/>
          </a:xfrm>
          <a:prstGeom prst="rect">
            <a:avLst/>
          </a:prstGeom>
          <a:solidFill>
            <a:srgbClr val="1E3050"/>
          </a:solidFill>
          <a:ln w="9525">
            <a:solidFill>
              <a:srgbClr val="F4845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21040" y="914400"/>
            <a:ext cx="3657600" cy="91440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97280"/>
            <a:ext cx="502920" cy="5029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4582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Ship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11338560" y="1078992"/>
            <a:ext cx="548640" cy="27432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7" name="Text 32"/>
          <p:cNvSpPr/>
          <p:nvPr/>
        </p:nvSpPr>
        <p:spPr>
          <a:xfrm>
            <a:off x="11320272" y="10789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485632" y="2194560"/>
            <a:ext cx="164592" cy="16459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9" name="Text 34"/>
          <p:cNvSpPr/>
          <p:nvPr/>
        </p:nvSpPr>
        <p:spPr>
          <a:xfrm>
            <a:off x="8759952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W3-01: Autoencoder &amp; VAE (NumPy)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485632" y="2880360"/>
            <a:ext cx="164592" cy="16459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41" name="Text 36"/>
          <p:cNvSpPr/>
          <p:nvPr/>
        </p:nvSpPr>
        <p:spPr>
          <a:xfrm>
            <a:off x="8759952" y="2788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W3-02: PyTorch VAE on images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8485632" y="3566160"/>
            <a:ext cx="164592" cy="16459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43" name="Text 38"/>
          <p:cNvSpPr/>
          <p:nvPr/>
        </p:nvSpPr>
        <p:spPr>
          <a:xfrm>
            <a:off x="8759952" y="3474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W3-03: Gradio deploy to HF Spaces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8458200" y="5989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Gradio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160520" y="3291840"/>
            <a:ext cx="548640" cy="411480"/>
          </a:xfrm>
          <a:prstGeom prst="rightArrow">
            <a:avLst/>
          </a:prstGeom>
          <a:solidFill>
            <a:srgbClr val="00BFA6"/>
          </a:solidFill>
          <a:ln/>
        </p:spPr>
      </p:sp>
      <p:sp>
        <p:nvSpPr>
          <p:cNvPr id="46" name="Shape 41"/>
          <p:cNvSpPr/>
          <p:nvPr/>
        </p:nvSpPr>
        <p:spPr>
          <a:xfrm>
            <a:off x="8092440" y="3291840"/>
            <a:ext cx="548640" cy="411480"/>
          </a:xfrm>
          <a:prstGeom prst="rightArrow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Curriculum Truths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234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789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Approximation Theorem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48132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continuous function can be approximated by a sufficiently wide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64008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496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496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&amp; Vanishing Gradients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89864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enables deep training; sigmoid/tanh kill gradients in deep nets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840480"/>
            <a:ext cx="64008" cy="123444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9136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39136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31596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 than data still generalizes — benign overfitting is real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25780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53309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33095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as Loss Minimizers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573328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geometry: find the low valley in the loss landscape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00584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005840"/>
            <a:ext cx="64008" cy="1234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10789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78040" y="10789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= Chain Rule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148132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flow backward via the chain rule; no magic, pure calculus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42316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423160"/>
            <a:ext cx="64008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473952" y="2496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2496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 Geometry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78040" y="289864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minima generalize better; local minima are rarely the problem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840480"/>
            <a:ext cx="5394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840480"/>
            <a:ext cx="64008" cy="123444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9136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78040" y="39136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vs Performance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78040" y="4315968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is not always better; model must match the task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7 Truths Connect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892040" y="2651760"/>
            <a:ext cx="2377440" cy="118872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4892040" y="26974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Chain Rule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731520"/>
            <a:ext cx="2011680" cy="8686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7772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1188720"/>
            <a:ext cx="2011680" cy="8686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12344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0" y="3566160"/>
            <a:ext cx="2011680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0" y="3611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5120640"/>
            <a:ext cx="2011680" cy="8686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Performance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2011680" cy="86868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4160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Minimizers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truths flow into backpropagation — the engine that makes gradient-based training possible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Build a Brain from Scratch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394960" cy="34747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W1-01: Single Neuron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813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— AND &amp; XOR gates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956816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8366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activation + BCELoss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359152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2860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Universal Approximation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5394960" cy="34747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W1-02: Backpropagation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4015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derived from scratch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877056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380390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checking (&lt; 1e-5 tolerance)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279392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062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XOR — discover sigmoid's limits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846320"/>
            <a:ext cx="5394960" cy="34747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8920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W1-03: Multi-Layer Network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" y="5394960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3218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hidden layer to solve XOR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5797296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241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vs width experiments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6199632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61264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training &amp; evaluation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1005840"/>
            <a:ext cx="5394960" cy="5486400"/>
          </a:xfrm>
          <a:prstGeom prst="rect">
            <a:avLst/>
          </a:prstGeom>
          <a:solidFill>
            <a:srgbClr val="162238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1554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Forward:  z = w*x +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1/(1+e^-z)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Loss:   L = -[y*log(a) + (1-y)*log(1-a)]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Backprop: dL/dw = x*(a-y)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dL/db = (a-y)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7033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169664"/>
            <a:ext cx="256032" cy="25603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839712" y="4114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solved with backprop?</a:t>
            </a:r>
            <a:endParaRPr lang="en-US" sz="120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608576"/>
            <a:ext cx="256032" cy="25603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39712" y="45537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 passes &lt; 1e-5?</a:t>
            </a:r>
            <a:endParaRPr lang="en-US" sz="12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047488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839712" y="49926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chain rule aloud?</a:t>
            </a:r>
            <a:endParaRPr lang="en-US" sz="12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486400"/>
            <a:ext cx="256032" cy="25603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839712" y="5431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vs sigmoid trade-offs?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&amp; NumPy  |  No frameworks  |  Maximum understanding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vs ReLU — Truth #2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94960" cy="5257800"/>
          </a:xfrm>
          <a:prstGeom prst="rect">
            <a:avLst/>
          </a:prstGeom>
          <a:solidFill>
            <a:srgbClr val="1E305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39496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 s(x)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s(x) = 1/(1+e^-x)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1] — squashes all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at x=10: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approximately 0.0000454 (nearly zero!)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vanishes in deep nets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4714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44714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layer for binary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issue: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5166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0.25^3 = 0.016 after 3 sigmoid layers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914400"/>
            <a:ext cx="5394960" cy="5257800"/>
          </a:xfrm>
          <a:prstGeom prst="rect">
            <a:avLst/>
          </a:prstGeom>
          <a:solidFill>
            <a:srgbClr val="1E3050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914400"/>
            <a:ext cx="5394960" cy="91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051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 max(0, x)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1691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 x)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3865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5320" y="23865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inf) — no squashing for x &gt; 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at x=10: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exactly 1 — perfect gradient flow!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7764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532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is 0 or 1, no vanishing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44714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4714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layers in deep networks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166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5166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Leaky ReLU, ELU, GELU, Swish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154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14400" y="62910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(2011) solved the vanishing gradient problem that stalled deep learning for decades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Go Deep with PyTorch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3949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W2-01: PyTorch First Network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15544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813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Week 1 net in PyTorch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20116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9385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nn.Module, DataLoader, .backward()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4688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vs Adam vs RMSprop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92608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8529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#5 in torch.autograd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53949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57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W2-02: Going Deeper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1605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" y="40873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He/Xavier initialization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46177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5445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&amp; Dropout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5074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50017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Overparameterization experiments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" y="55321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4589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 visualization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1005840"/>
            <a:ext cx="5394960" cy="5394960"/>
          </a:xfrm>
          <a:prstGeom prst="rect">
            <a:avLst/>
          </a:prstGeom>
          <a:solidFill>
            <a:srgbClr val="16223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097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Training Loop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1554480"/>
            <a:ext cx="5029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nn.Sequential(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nn.Linear(784,256), nn.ReLU(),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nn.Linear(256,128), nn.ReLU(),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nn.Linear(128, 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 = torch.optim.Adam(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model.parameters())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x,y in loader: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loss_fn(model(x), 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optim.zero_grad()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optim.step()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5262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92240" y="4983480"/>
            <a:ext cx="73152" cy="25603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494690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init: std = sqrt(2/n_in)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92240" y="5422392"/>
            <a:ext cx="73152" cy="25603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32" y="538581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BatchNorm: zero mean, unit var per batch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5861304"/>
            <a:ext cx="73152" cy="25603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5" name="Text 33"/>
          <p:cNvSpPr/>
          <p:nvPr/>
        </p:nvSpPr>
        <p:spPr>
          <a:xfrm>
            <a:off x="6656832" y="582472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Overparameterization can still generalize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6300216"/>
            <a:ext cx="73152" cy="25603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7" name="Text 35"/>
          <p:cNvSpPr/>
          <p:nvPr/>
        </p:nvSpPr>
        <p:spPr>
          <a:xfrm>
            <a:off x="6656832" y="626364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loss minima generalize better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Generate &amp; 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3063240"/>
          </a:xfrm>
          <a:prstGeom prst="rect">
            <a:avLst/>
          </a:prstGeom>
          <a:solidFill>
            <a:srgbClr val="1A2A3A"/>
          </a:solidFill>
          <a:ln w="9525">
            <a:solidFill>
              <a:srgbClr val="F484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Architecture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234440" cy="91440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572768"/>
            <a:ext cx="123444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572768"/>
            <a:ext cx="123444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mu, log sigma^2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1572768"/>
            <a:ext cx="1234440" cy="9144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=mu+sigma*eps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72768"/>
            <a:ext cx="123444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1572768"/>
            <a:ext cx="1234440" cy="9144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591056"/>
            <a:ext cx="1234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1892808"/>
            <a:ext cx="182880" cy="256032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19" name="Shape 17"/>
          <p:cNvSpPr/>
          <p:nvPr/>
        </p:nvSpPr>
        <p:spPr>
          <a:xfrm>
            <a:off x="3429000" y="1892808"/>
            <a:ext cx="182880" cy="256032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892808"/>
            <a:ext cx="182880" cy="256032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1892808"/>
            <a:ext cx="182880" cy="256032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1892808"/>
            <a:ext cx="182880" cy="256032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3347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Reconstruction Loss + KL Divergence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0358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Reparameterization: sample from N(0,1), scale by sigma, shift by mu — keeps gradients flowing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36576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06240"/>
            <a:ext cx="3657600" cy="7315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3251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W3-01: VAE from Scratch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892040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0974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 autoencoder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422392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3400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+ reparameterization trick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5952744"/>
            <a:ext cx="91440" cy="91440"/>
          </a:xfrm>
          <a:prstGeom prst="ellipse">
            <a:avLst/>
          </a:prstGeom>
          <a:solidFill>
            <a:srgbClr val="00BFA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8704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latent space visualization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4206240"/>
            <a:ext cx="36576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206240"/>
            <a:ext cx="3657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498848" y="43251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W3-02: PyTorch Generative AI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26280" y="48920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80974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ConvVAE on MNIST/CIFAR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6280" y="542239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53400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arithmetic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595274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709160" y="58704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images from sampled z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321040" y="4206240"/>
            <a:ext cx="36576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4206240"/>
            <a:ext cx="3657600" cy="7315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45" name="Text 43"/>
          <p:cNvSpPr/>
          <p:nvPr/>
        </p:nvSpPr>
        <p:spPr>
          <a:xfrm>
            <a:off x="8430768" y="432511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W3-03: Deploy with Gradio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458200" y="4892040"/>
            <a:ext cx="91440" cy="91440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47" name="Text 45"/>
          <p:cNvSpPr/>
          <p:nvPr/>
        </p:nvSpPr>
        <p:spPr>
          <a:xfrm>
            <a:off x="8641080" y="480974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interface for VAE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5422392"/>
            <a:ext cx="91440" cy="91440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49" name="Text 47"/>
          <p:cNvSpPr/>
          <p:nvPr/>
        </p:nvSpPr>
        <p:spPr>
          <a:xfrm>
            <a:off x="8641080" y="53400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5952744"/>
            <a:ext cx="91440" cy="91440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51" name="Text 49"/>
          <p:cNvSpPr/>
          <p:nvPr/>
        </p:nvSpPr>
        <p:spPr>
          <a:xfrm>
            <a:off x="8641080" y="58704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endpoint for your model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Ladder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960120" cy="12344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960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with a Multi-Layer Network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727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Train a 3-layer net on MNIST to 95%+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87452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Proves you understand backprop, forward pass, and hyperparameter tuning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784080" y="1444752"/>
            <a:ext cx="1737360" cy="41148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11247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41448"/>
            <a:ext cx="96012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41448"/>
            <a:ext cx="960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255117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Landscape Explorer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9626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Visualize how loss changes with architecture and init choices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2644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Proves you understand optimization geometry and overparameterization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0" y="2834640"/>
            <a:ext cx="17373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11247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31336"/>
            <a:ext cx="960120" cy="123444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31336"/>
            <a:ext cx="960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394106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Image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35254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Train a VAE to generate MNIST digits from latent noise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6542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Proves you understand VAE theory: reparameterization, KL loss, decoder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84080" y="4224528"/>
            <a:ext cx="1737360" cy="4114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42245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221224"/>
            <a:ext cx="11247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21224"/>
            <a:ext cx="960120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221224"/>
            <a:ext cx="960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533095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Gradio App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57424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Ship P3 as a live web app on Hugging Face Spaces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604418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End-to-end: you can build AND deploy a generative AI product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84080" y="5614416"/>
            <a:ext cx="173736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5" name="Text 33"/>
          <p:cNvSpPr/>
          <p:nvPr/>
        </p:nvSpPr>
        <p:spPr>
          <a:xfrm>
            <a:off x="9784080" y="561441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Traps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98755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64008" cy="98755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143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pure Python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216152"/>
            <a:ext cx="0" cy="658368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143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Build from scratch before PyTorch — you need to feel the gradient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185416"/>
            <a:ext cx="11247120" cy="98755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2185416"/>
            <a:ext cx="64008" cy="9875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22768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597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22768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syntax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0" y="2350008"/>
            <a:ext cx="0" cy="658368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45973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2276856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Understand WHY each line exists; re-implement without looking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319272"/>
            <a:ext cx="11247120" cy="98755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3319272"/>
            <a:ext cx="64008" cy="98755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34107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5935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34107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checking gradients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0" y="3483864"/>
            <a:ext cx="0" cy="658368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9359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410712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gradient checking on custom backprop — catches sign errors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57200" y="4453128"/>
            <a:ext cx="11247120" cy="98755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8" name="Shape 20"/>
          <p:cNvSpPr/>
          <p:nvPr/>
        </p:nvSpPr>
        <p:spPr>
          <a:xfrm>
            <a:off x="457200" y="4453128"/>
            <a:ext cx="64008" cy="98755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9" name="Text 21"/>
          <p:cNvSpPr/>
          <p:nvPr/>
        </p:nvSpPr>
        <p:spPr>
          <a:xfrm>
            <a:off x="640080" y="4544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4727448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783080" y="45445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on without validation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400800" y="4617720"/>
            <a:ext cx="0" cy="658368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727448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03720" y="454456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Hit each self-check before the next notebook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457200" y="5586984"/>
            <a:ext cx="11247120" cy="987552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36" name="Shape 26"/>
          <p:cNvSpPr/>
          <p:nvPr/>
        </p:nvSpPr>
        <p:spPr>
          <a:xfrm>
            <a:off x="457200" y="5586984"/>
            <a:ext cx="64008" cy="98755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7" name="Text 27"/>
          <p:cNvSpPr/>
          <p:nvPr/>
        </p:nvSpPr>
        <p:spPr>
          <a:xfrm>
            <a:off x="640080" y="56784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5861304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783080" y="56784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concepts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6400800" y="5751576"/>
            <a:ext cx="0" cy="658368"/>
          </a:xfrm>
          <a:prstGeom prst="line">
            <a:avLst/>
          </a:prstGeom>
          <a:noFill/>
          <a:ln w="6350">
            <a:solidFill>
              <a:srgbClr val="9CA3AF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861304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903720" y="5678424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Map each experiment back to one of the 7 curriculum truths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1325880" cy="173736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216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 Neural Networks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764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visual intuition for backprop &amp; gradient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71800"/>
            <a:ext cx="1325880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7180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fast.ai Practical Deep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6850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approach — builds intuition fast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892040"/>
            <a:ext cx="1325880" cy="173736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9204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5056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Book (Goodfellow)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56052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coverage of UAT, optimization, generative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05156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051560"/>
            <a:ext cx="1325880" cy="173736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05156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1216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Official Tutorials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17647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nn.Module, autograd, and DataLoader patterns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97180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2971800"/>
            <a:ext cx="1325880" cy="1737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7180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Lil'Log VAE Explanation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36850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written deep-dive on VAE math and intuition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892040"/>
            <a:ext cx="53949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4892040"/>
            <a:ext cx="1325880" cy="1737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892040"/>
            <a:ext cx="1325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5056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+ HuggingFace Docs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0" y="56052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path from model to shareable web app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Index — 8 + 1 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1005840" cy="10058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W1_01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133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Neuron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591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• Week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85416"/>
            <a:ext cx="1005840" cy="10058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8541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W1_02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2951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2752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• Week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46704"/>
            <a:ext cx="1005840" cy="10058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467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W1_03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Network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2768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• Week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07992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07992"/>
            <a:ext cx="1005840" cy="100584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0799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W3_01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&amp; VAE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• Week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66928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669280"/>
            <a:ext cx="10058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669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W2_01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57790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First Network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72768" y="6236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• Week 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024128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024128"/>
            <a:ext cx="10058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0241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W2_02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1133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24928" y="15910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• Week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2185416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185416"/>
            <a:ext cx="10058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218541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W3_02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24928" y="22951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(VAE)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24928" y="27523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• Week 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346704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3346704"/>
            <a:ext cx="100584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3467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W3_03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24928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Gradio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24928" y="3913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• Week 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4507992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507992"/>
            <a:ext cx="1005840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50799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24928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24928" y="5074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• Ref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Portfolio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57600" cy="5166360"/>
          </a:xfrm>
          <a:prstGeom prst="rect">
            <a:avLst/>
          </a:prstGeom>
          <a:solidFill>
            <a:srgbClr val="162238"/>
          </a:solidFill>
          <a:ln w="9525">
            <a:solidFill>
              <a:srgbClr val="00BF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657600" cy="73152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 1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9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66420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backprop without notes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1576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67004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chain rule to someone else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2160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36758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solved with custom network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72744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128" y="468172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 passes &lt; 1e-5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389120" y="960120"/>
            <a:ext cx="3657600" cy="5166360"/>
          </a:xfrm>
          <a:prstGeom prst="rect">
            <a:avLst/>
          </a:prstGeom>
          <a:solidFill>
            <a:srgbClr val="162238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4389120" y="960120"/>
            <a:ext cx="3657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1"/>
          <p:cNvSpPr/>
          <p:nvPr/>
        </p:nvSpPr>
        <p:spPr>
          <a:xfrm>
            <a:off x="452628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 2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70992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56048" y="166420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net matches NumPy accuracy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7157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56048" y="267004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loss landscape for 2 architectures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721608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56048" y="36758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overparameterization works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727448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56048" y="468172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3 optimizers on same task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8321040" y="960120"/>
            <a:ext cx="3657600" cy="5166360"/>
          </a:xfrm>
          <a:prstGeom prst="rect">
            <a:avLst/>
          </a:prstGeom>
          <a:solidFill>
            <a:srgbClr val="162238"/>
          </a:solidFill>
          <a:ln w="9525">
            <a:solidFill>
              <a:srgbClr val="F4845F"/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8321040" y="960120"/>
            <a:ext cx="3657600" cy="73152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8" name="Text 18"/>
          <p:cNvSpPr/>
          <p:nvPr/>
        </p:nvSpPr>
        <p:spPr>
          <a:xfrm>
            <a:off x="8458200" y="1078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Week 3</a:t>
            </a:r>
            <a:endParaRPr lang="en-US" sz="14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1709928"/>
            <a:ext cx="274320" cy="274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887968" y="166420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generates recognizable images</a:t>
            </a:r>
            <a:endParaRPr lang="en-US" sz="12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2715768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8887968" y="267004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Gradio app on HF Spaces</a:t>
            </a:r>
            <a:endParaRPr lang="en-US" sz="12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3920" y="3721608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8887968" y="36758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space interpolation working</a:t>
            </a:r>
            <a:endParaRPr lang="en-US" sz="12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3920" y="4727448"/>
            <a:ext cx="274320" cy="27432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887968" y="468172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KL divergence intuitively</a:t>
            </a:r>
            <a:endParaRPr lang="en-US" sz="1200" dirty="0"/>
          </a:p>
        </p:txBody>
      </p:sp>
      <p:sp>
        <p:nvSpPr>
          <p:cNvPr id="37" name="Text 23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Communities: fast.ai Forums  |  PyTorch Discuss  |  r/MachineLearning  |  HuggingFace Discord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4434840" y="0"/>
            <a:ext cx="137160" cy="68580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41148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097280"/>
            <a:ext cx="7040880" cy="91440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1097280"/>
            <a:ext cx="132588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1097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0" y="1234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W1_01_Pure_Single_Neuron.ipynb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176272"/>
            <a:ext cx="7040880" cy="91440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2176272"/>
            <a:ext cx="132588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176272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231343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cells 1-8, understand the forward pass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3255264"/>
            <a:ext cx="7040880" cy="91440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16" name="Shape 13"/>
          <p:cNvSpPr/>
          <p:nvPr/>
        </p:nvSpPr>
        <p:spPr>
          <a:xfrm>
            <a:off x="4754880" y="3255264"/>
            <a:ext cx="132588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3255264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339242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gate from scratch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4334256"/>
            <a:ext cx="7040880" cy="91440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4880" y="4334256"/>
            <a:ext cx="132588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4334256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72200" y="447141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XOR — notice it fails, understand why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54880" y="5413248"/>
            <a:ext cx="7040880" cy="914400"/>
          </a:xfrm>
          <a:prstGeom prst="rect">
            <a:avLst/>
          </a:prstGeom>
          <a:solidFill>
            <a:srgbClr val="1E3050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0" y="5413248"/>
            <a:ext cx="1325880" cy="9144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5413248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72200" y="55504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W1-02 intro, know what is coming next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54880" y="64922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30 minutes is always the hardest — start today.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"/>
            <a:ext cx="1069848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really learn deep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to build the damn thing yourself.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5603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645920" y="5074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840480" y="5074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035040" y="5074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297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0" y="5074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 Build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852160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Break. Understand. Repeat.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to  torch  to  gradio  to  huggingface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3-Week Mastery Plan</dc:title>
  <dc:subject>PptxGenJS Presentation</dc:subject>
  <dc:creator>PptxGenJS</dc:creator>
  <cp:lastModifiedBy>PptxGenJS</cp:lastModifiedBy>
  <cp:revision>1</cp:revision>
  <dcterms:created xsi:type="dcterms:W3CDTF">2026-04-05T15:50:51Z</dcterms:created>
  <dcterms:modified xsi:type="dcterms:W3CDTF">2026-04-05T15:50:51Z</dcterms:modified>
</cp:coreProperties>
</file>