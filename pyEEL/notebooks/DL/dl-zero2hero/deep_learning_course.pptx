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karpathy.ai/zero-to-hero.html" TargetMode="External"/><Relationship Id="rId2" Type="http://schemas.openxmlformats.org/officeDocument/2006/relationships/hyperlink" Target="https://www.youtube.com/playlist?list=PLZHQObOWTQDNU6R1_67000Dx_ZCJB-3pi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pytorch.org/tutorials/" TargetMode="External"/><Relationship Id="rId2" Type="http://schemas.openxmlformats.org/officeDocument/2006/relationships/hyperlink" Target="https://d2l.ai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huggingface.co/course" TargetMode="External"/><Relationship Id="rId2" Type="http://schemas.openxmlformats.org/officeDocument/2006/relationships/hyperlink" Target="https://course.fast.ai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Learning,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&amp;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3-Week Intensive Learning Plan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hours/week  ·  Hands-on  ·  From scratch to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4572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Neuron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 Engine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2240280" cy="0"/>
          </a:xfrm>
          <a:prstGeom prst="line">
            <a:avLst/>
          </a:prstGeom>
          <a:noFill/>
          <a:ln w="12700">
            <a:solidFill>
              <a:srgbClr val="D4D1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 engine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Curriculum: ① ② 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606040" cy="45720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51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1600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Architectures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Training Dynamics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0" y="2514600"/>
            <a:ext cx="2240280" cy="0"/>
          </a:xfrm>
          <a:prstGeom prst="line">
            <a:avLst/>
          </a:prstGeom>
          <a:noFill/>
          <a:ln w="1270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606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CNN on real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 &gt;90% acc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explain WHY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Curriculum: ③ ⑥ 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2286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05840"/>
            <a:ext cx="2606040" cy="457200"/>
          </a:xfrm>
          <a:prstGeom prst="rect">
            <a:avLst/>
          </a:prstGeom>
          <a:solidFill>
            <a:srgbClr val="1B474D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051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1600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Deploy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2514600"/>
            <a:ext cx="2240280" cy="0"/>
          </a:xfrm>
          <a:prstGeom prst="line">
            <a:avLst/>
          </a:prstGeom>
          <a:noFill/>
          <a:ln w="12700">
            <a:solidFill>
              <a:srgbClr val="D4D1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606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2834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GenAI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Curriculum: ④ + GenAI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Core Principles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backbone of this course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Approximation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hidden layer approximates any function — depth is about efficiency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ReLU Changed Everything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activation + no vanishing gradients = trainable deep networks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Overparameterization Helps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params than data, yet generalizes — implicit regularization of SGD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NNs Don't Understand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389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minimize loss. They detect statistical structure, not meaning.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 = Chain Rule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636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gradient computation via dynamic programming. Nothing mystical.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Geometry Matters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minima → better generalization. Sharp minima → poor robustness.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36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≠ Performance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66360" y="3429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init, normalization, data quality dominate over depth.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Neuron &amp; Backprop 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FOCUS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neural network actually computes — forward pass, loss, gradients, update.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concept: automatic differentiation is the chain rule, implemented as a graph traversal.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— "Zero to Hero" Lecture 1: micrograd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autograd from scratch in 2 hours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3Blue1Brown — Neural Networks (Ch. 1-3)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geometric intuition (~40 min)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EXERCISE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micrograd yourself: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Scalar-valued autograd engine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Value class with +, *, ReLU, backward()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Neuron → Layer → MLP classes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Train on 2D moons dataset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Visualize decision boundary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YOU'VE GOT IT WHEN...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draw the computation graph for L = (w·x + b).relu() and manually compute ∂L/∂w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Karpathy Zero to Hero</a:t>
            </a:r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3Blue1Brown Neural Networks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 Key Concepts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Universal Approximation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hidden layer can approximate any continuous function — but may need impractically many neurons.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is about efficiency of representation, not just power.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ReLU Changed Everything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sigmoid/tanh → vanishing gradients.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ReLU: sparse activation + gradient is 0 or 1.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made deep networks trainable.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Backpropagation = Chain Rule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mystical. Given L = f(g(h(x))), the chain rule gives: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∂L/∂x = (∂L/∂f) · (∂f/∂g) · (∂g/∂h) · (∂h/∂x)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traverses the computation graph in reverse, accumulating gradients. It is dynamic programming applied to differentiation.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Architectures &amp; Training Dynamics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FOCUS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toy to real. Architecture + initialization + normalization matter more than raw depth.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tutorials — Training a Classifier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intro, short and focused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— makemore Part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BatchNorm, init, training dynamics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d2l.ai Chapter 7 — CNNs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code + geometric explanations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EXERCISE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Ablation Study on CIFAR-10: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with bad arch (sigmoid, no BN)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Switch to ReLU → measure gain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He initialization → measure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 BatchNorm → measure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Add data augmentation → measure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Log all experiments, plot curves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&gt;90% test 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YOU'VE GOT IT WHEN...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look at a training curve and diagnose: learning rate too high? Vanishing gradients? Overfitting?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 Tutorials</a:t>
            </a:r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Dive into Deep Learning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 Key Concepts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Overparameterization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with more parameters than data points generalize well. SGD acts as implicit regularizer — it finds simple solutions in weight space.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1645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3774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navigates a high-dimensional loss landscape. Flat minima generalize better. Sharp minima break under distribution shift.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9360" y="1645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≠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layers ≠ better. He/Xavier init, BatchNorm, data quality, and architecture design dominate raw capacity.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Initialization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same data, same optimizer — only the initial weights change: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64592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N(0,1)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 ~ N(0, 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135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Exploding activations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Xavier / Glorot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 ~ N(0, 2/(n_in+n_out))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Sigmoid, Tanh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37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gradients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/ Kaiming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825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 ~ N(0, 2/n_in)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37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gradient 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same capacity, vastly different outcomes. Architecture choices are first-order.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7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&amp; Full-Stack Deployment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FOCUS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discriminative to generative. Generative models learn the data distribution. Quality depends on what they saw, not what they know.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NLP Course — Ch. 1-3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 to using pretrained transformers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fast.ai — Lesson 9: Stable Diffusion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without drowning in math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Willison's blog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opinionated LLM building guides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EXERCISE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GenAI Application: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Fine-tune / prompt-engineer a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Domain: medical procedure summaries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Gradio interface with controls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Deploy to HuggingFace Spaces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Explain every layer of the stack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YOU'VE GOT IT WHEN...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the difference between a model that 'understands' and one that learned statistical patterns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HuggingFace Course</a:t>
            </a:r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fast.ai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Neural Networks Don't "Understand"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they 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a loss function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statistical regularities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P(output | input)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between training examples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information into weights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6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they DON'T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5544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truth or falsehood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causation (only correlation)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their own outputs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they don't know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intentions or beliefs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22224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distinction is critical for safety-sensitive domains like medical AI.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has "seen" medical text is not a model that "knows" medicine.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Projects Ladder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51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micrograd: Autograd from Scratch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|  ★★☆☆☆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051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built backpropagation. Here's gradient flowing backward."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CIFAR-10 CNN Training Lab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|  ★★★☆☆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trained an image classifier to 92% accuracy. Here's why BatchNorm + He + ReLU won."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Text Application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|  ★★★★☆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063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deployed an app that generates medical summaries. Try it."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 Myths Blog Post (Bonus)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|  ★★★☆☆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4069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Debunk 5 common NN misconceptions with code demos.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Common Traps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Tutorial Hell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watch &gt;30 min without coding. Pause, implement, continue.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8229600" cy="0"/>
          </a:xfrm>
          <a:prstGeom prst="line">
            <a:avLst/>
          </a:prstGeom>
          <a:noFill/>
          <a:ln w="635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764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Skipping Math That Matters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848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Hand-compute one backward pass. You don't need measure theory, but you DO need gradients.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0"/>
          </a:xfrm>
          <a:prstGeom prst="line">
            <a:avLst/>
          </a:prstGeom>
          <a:noFill/>
          <a:ln w="635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5694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Blaming the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8895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data first: visualize samples, check balance, find label noise. 10 min of EDA saves 10 hours.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19272"/>
            <a:ext cx="8229600" cy="0"/>
          </a:xfrm>
          <a:prstGeom prst="line">
            <a:avLst/>
          </a:prstGeom>
          <a:noFill/>
          <a:ln w="635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3741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Overcomplicating 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6941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simplest model. Add complexity only when you can measure the improvement.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23944"/>
            <a:ext cx="8229600" cy="0"/>
          </a:xfrm>
          <a:prstGeom prst="line">
            <a:avLst/>
          </a:prstGeom>
          <a:noFill/>
          <a:ln w="635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178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Confusing 'It Works' with 'I Understand'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4988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experiment, write one paragraph explaining WHY. If you can't, go back.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Proving You Learned This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PIECES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with micrograd + training notebooks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via Weights &amp; Biases (free tier)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Gradio app on HuggingFace Spaces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DeepLearning.AI Specialization (Coursera)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Certification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fast.ai forums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helpful DL learning community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r/MachineLearning &amp; r/learnmachinelearning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Discussion, papers, project feedback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Discord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welcoming, GenAI-focused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Assignment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to build momentum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Single Neuron in Pure Python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Implement a Value class (data + grad)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Support __add__, __mul__, __neg__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Implement sigmoid: 1 / (1 + exp(-x))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Compute: y = sigmoid(w1*x1 + w2*x2 + b)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w1=0.5, w2=-0.3, b=0.1, x1=2.0, x2=3.0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Call y.backward() and inspect gradients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seed of your Week 1 project.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Accompanying Notebooks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1: PURE PYTHON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Python + NumPy + matplotlib. No frameworks.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NB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Neuron &amp; Backprop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class, autograd, MLP, moons training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77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NB 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Dynamics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MLP, MNIST, init experiments, loss landscape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NB 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Models from Scratch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Char-level LM, autoencoder, temperature sampling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2: PYTORCH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188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framework. Build on pure-Python intuition.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55448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NB 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 Fundamentals &amp; Autograd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Tensors, autograd, nn.Module, moons training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33172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2377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NB 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CNNs &amp; Overparameterization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CIFAR-10, ablation study, feature visualization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10896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NB 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with Transformers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mini-GPT, HuggingFace, Gradio deploy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Building.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Watching.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3108960"/>
            <a:ext cx="2286000" cy="3657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concept introduced by building something, not reading about it."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 ·  6 notebooks  ·  4 projects  ·  1 deployed 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Learning, Generative AI &amp; Neural Networks — 3-Week Intensive</dc:title>
  <dc:subject>PptxGenJS Presentation</dc:subject>
  <dc:creator>George Papagiannakis</dc:creator>
  <cp:lastModifiedBy>George Papagiannakis</cp:lastModifiedBy>
  <cp:revision>1</cp:revision>
  <dcterms:created xsi:type="dcterms:W3CDTF">2026-03-13T23:03:19Z</dcterms:created>
  <dcterms:modified xsi:type="dcterms:W3CDTF">2026-03-13T23:03:19Z</dcterms:modified>
</cp:coreProperties>
</file>